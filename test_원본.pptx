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40"/>
  </p:normalViewPr>
  <p:slideViewPr>
    <p:cSldViewPr snapToGrid="0">
      <p:cViewPr varScale="1">
        <p:scale>
          <a:sx n="75" d="100"/>
          <a:sy n="75" d="100"/>
        </p:scale>
        <p:origin x="176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938DA-3521-F57C-1CFA-EDF638F2C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CD0A74-E742-0E6F-36F2-7E75C41B6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4A80E-0ABE-8C7A-DB78-0C154339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293DB0-861A-71DC-2382-4F6363F2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0EEFD2-6779-6B37-768B-B8A26A75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438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96498-C969-A622-3E70-CA430294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2E221-574B-4B8A-0ECB-973B57264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53BFD2-924B-5EE0-4A9B-DFB25175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645C8-9240-3E92-B770-3F24D7AA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C7B96-23E7-E483-49F3-5B23303D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425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29B88-2D37-883D-C01C-04A2D2A9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744B1B-6C97-1BF9-4FE7-40D027FF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123A1-684E-453E-52AB-C0D284CE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EC514F-D4A0-836C-90D4-738277F0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2746F-E5EB-241F-2D00-58E79518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120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24539-19C3-C9AF-F259-17814E67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D7CDD-BA64-44F5-5CA9-BDA217304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1D9FD9-D10E-5307-85D7-EB7589941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51B619-BDD4-D76F-96F1-D094A00B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BD4136-B128-F4A4-B96A-E7EE1BC0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CD531F-734D-2A5D-AE1E-F967279F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0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60C81-EFD2-4491-A3AB-5D8677B9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766DF4-BAB0-1AA1-32A4-7C3575E6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D4E27F-2DAC-183D-B249-D076FA565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A97AE3-09C3-7C39-D856-45B634477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377BE2-B3C6-B8FB-0D00-01F2EA4FD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625109-70B7-C3C8-EC93-CED0B1FD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C811A1-B0F7-20E7-D22C-C57E6B45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019C21-BC1F-A829-A521-D87C601A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135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D4030-EADF-2A6D-DEFC-0712FE8A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18C8C6-02A5-7475-D5F6-A9C512E9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EE63AC-2195-83AF-FEF9-70F3B9E6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69554-B265-DC6F-8E59-13CCFB25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195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E9037B-F5A7-DFE3-9680-4EE0AA43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599374-307C-218C-A59C-553FDC3C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0878C-ED37-E9A1-7303-868B9F9F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393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B1F65-35C8-5F15-04C5-40A23E55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6FE7E-A3D5-F9D8-A804-494F1BCC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FE8D86-0A4A-C65E-96E1-7857F7446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95EA9B-E4EC-1DB6-8155-7F02E25B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C67164-26EA-F3A9-39E8-541A4A03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2500E6-28ED-C7F4-3549-4FB47E19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360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2ADC4-C8C1-3D6E-24B1-EFBEAE0B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ED19C-0A6D-F038-FE8A-C1DB1D03D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E9AE3A-169E-910B-BB7E-C5DE85FAB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90D33-87FA-083A-881B-7B978F15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CAD9A-3CB7-C219-B4B2-255AE4B0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E55F20-75FC-6946-C69F-B4B48716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902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04C9-1AC5-EBF7-D9E9-64E9C4BB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672E88-5B16-5F08-CC2A-AC7D0394E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EC357E-3DC9-85E6-4BB6-B5B1BD38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FE68AA-1FB5-D893-F7F9-F698E637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F9B49-EF98-CDDF-516B-C2E1D0BC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19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E8AF49-6ACD-0C8E-5495-80B9023D9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9C769-3880-0249-8585-BE4B2902D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0FF1D-6EB8-AE63-9827-6AEDDE73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0E06D-32BF-B71B-7DEB-247BF05A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46779-7B08-574D-CAF6-6D999757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515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DBC62-9D97-7B58-FEA3-C25CAF86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F3AB1-B44E-BDC7-F5FD-DE1505BBC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3F4C1-CF1F-C7E3-A9FC-4F556154B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9E7A3-0420-1741-A898-F0991ADB264C}" type="datetimeFigureOut">
              <a:rPr kumimoji="1" lang="ko-KR" altLang="en-US" smtClean="0"/>
              <a:t>2026. 8. 23.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F26F1-5585-22FD-B312-9C891BA59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2691F2-7C68-03D8-0DE7-5A1003AB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ABDDE-859F-4F4B-A196-613E93EB97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899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sohyun kim</dc:creator>
  <cp:lastModifiedBy>sohyun kim</cp:lastModifiedBy>
  <cp:revision>1</cp:revision>
  <dcterms:created xsi:type="dcterms:W3CDTF">2026-08-23T07:07:24Z</dcterms:created>
  <dcterms:modified xsi:type="dcterms:W3CDTF">2026-08-23T07:08:53Z</dcterms:modified>
</cp:coreProperties>
</file>